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766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22960"/>
            <a:ext cx="6035040" cy="4023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46304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一片叶子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怎样制造食物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548640" y="3749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3B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六页讲清光合作用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需要三样东西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3B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植物用光、水和空气造出自己的身体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97280" y="2194560"/>
            <a:ext cx="2194560" cy="21945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572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B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光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 rot="18900000">
            <a:off x="5029200" y="2194560"/>
            <a:ext cx="2011680" cy="2194560"/>
          </a:xfrm>
          <a:prstGeom prst="teardrop">
            <a:avLst/>
          </a:prstGeom>
          <a:solidFill>
            <a:srgbClr val="4BA3C7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4572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B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水，来自根部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778240" y="2194560"/>
            <a:ext cx="2194560" cy="2194560"/>
          </a:xfrm>
          <a:prstGeom prst="ellipse">
            <a:avLst/>
          </a:prstGeom>
          <a:solidFill>
            <a:srgbClr val="FBF5E6"/>
          </a:solidFill>
          <a:ln w="762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0" y="28346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CO₂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138160" y="4572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B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二氧化碳，来自空气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在哪里发生：叶绿体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3B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每个叶肉细胞里有几十个这样的绿色工厂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011680" y="1828800"/>
            <a:ext cx="8046720" cy="4206240"/>
          </a:xfrm>
          <a:prstGeom prst="ellipse">
            <a:avLst/>
          </a:prstGeom>
          <a:solidFill>
            <a:srgbClr val="DCEFD9"/>
          </a:solidFill>
          <a:ln w="63500">
            <a:solidFill>
              <a:srgbClr val="2F8F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2651760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6" name="Shape 4"/>
          <p:cNvSpPr/>
          <p:nvPr/>
        </p:nvSpPr>
        <p:spPr>
          <a:xfrm>
            <a:off x="3108960" y="3035808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7" name="Shape 5"/>
          <p:cNvSpPr/>
          <p:nvPr/>
        </p:nvSpPr>
        <p:spPr>
          <a:xfrm>
            <a:off x="3108960" y="3419856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8" name="Shape 6"/>
          <p:cNvSpPr/>
          <p:nvPr/>
        </p:nvSpPr>
        <p:spPr>
          <a:xfrm>
            <a:off x="3108960" y="3803904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9" name="Shape 7"/>
          <p:cNvSpPr/>
          <p:nvPr/>
        </p:nvSpPr>
        <p:spPr>
          <a:xfrm>
            <a:off x="3108960" y="4187952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0" y="2651760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3035808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3419856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3803904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4187952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4572000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0" y="2651760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0" y="3035808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3419856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3803904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0" y="4187952"/>
            <a:ext cx="1280160" cy="329184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0" y="5486400"/>
            <a:ext cx="3108960" cy="731520"/>
          </a:xfrm>
          <a:prstGeom prst="roundRect">
            <a:avLst>
              <a:gd name="adj" fmla="val 37500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类囊体：捕获光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0" y="5486400"/>
            <a:ext cx="3291840" cy="731520"/>
          </a:xfrm>
          <a:prstGeom prst="roundRect">
            <a:avLst>
              <a:gd name="adj" fmla="val 37500"/>
            </a:avLst>
          </a:prstGeom>
          <a:solidFill>
            <a:srgbClr val="F2A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B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基质：合成糖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第一步：光分解水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3B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在类囊体里，光能把水分子拆开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2377440" cy="731520"/>
          </a:xfrm>
          <a:prstGeom prst="roundRect">
            <a:avLst>
              <a:gd name="adj" fmla="val 37500"/>
            </a:avLst>
          </a:prstGeom>
          <a:solidFill>
            <a:srgbClr val="4BA3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光 + H₂O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383280" y="3063240"/>
            <a:ext cx="1280160" cy="457200"/>
          </a:xfrm>
          <a:prstGeom prst="rightArrow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2011680"/>
            <a:ext cx="2926080" cy="731520"/>
          </a:xfrm>
          <a:prstGeom prst="roundRect">
            <a:avLst>
              <a:gd name="adj" fmla="val 37500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O₂ 离开叶片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37760" y="3840480"/>
            <a:ext cx="2926080" cy="731520"/>
          </a:xfrm>
          <a:prstGeom prst="roundRect">
            <a:avLst>
              <a:gd name="adj" fmla="val 37500"/>
            </a:avLst>
          </a:prstGeom>
          <a:solidFill>
            <a:srgbClr val="F2A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B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ATP + NADPH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138160" y="3977640"/>
            <a:ext cx="1097280" cy="457200"/>
          </a:xfrm>
          <a:prstGeom prst="rightArrow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36576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3B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充满能量的载体，送往第二步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第二步：CO₂ 变成糖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3B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卡尔文循环消耗载体的能量来固定碳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023360" y="1737360"/>
            <a:ext cx="4206240" cy="4206240"/>
          </a:xfrm>
          <a:prstGeom prst="blockArc">
            <a:avLst>
              <a:gd name="adj1" fmla="val 1200000"/>
              <a:gd name="adj2" fmla="val 20400000"/>
              <a:gd name="adj3" fmla="val 9000"/>
            </a:avLst>
          </a:prstGeom>
          <a:solidFill>
            <a:srgbClr val="2F8F5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77440"/>
            <a:ext cx="2743200" cy="731520"/>
          </a:xfrm>
          <a:prstGeom prst="roundRect">
            <a:avLst>
              <a:gd name="adj" fmla="val 37500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CO₂ 进入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2743200" cy="731520"/>
          </a:xfrm>
          <a:prstGeom prst="roundRect">
            <a:avLst>
              <a:gd name="adj" fmla="val 37500"/>
            </a:avLst>
          </a:prstGeom>
          <a:solidFill>
            <a:srgbClr val="F2A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B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ATP + NADPH 进入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78240" y="3200400"/>
            <a:ext cx="2743200" cy="731520"/>
          </a:xfrm>
          <a:prstGeom prst="roundRect">
            <a:avLst>
              <a:gd name="adj" fmla="val 37500"/>
            </a:avLst>
          </a:prstGeom>
          <a:solidFill>
            <a:srgbClr val="2F8F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糖产出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54880" y="32004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一圈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又一圈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一行写完全过程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 CO₂ + 6 H₂O</a:t>
            </a:r>
            <a:pPr algn="ctr"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 —光→  </a:t>
            </a:r>
            <a:pPr algn="ctr" indent="0" marL="0">
              <a:buNone/>
            </a:pPr>
            <a:r>
              <a:rPr lang="en-US" sz="4400" b="1" dirty="0">
                <a:solidFill>
                  <a:srgbClr val="2F8F5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C₆H₁₂O₆ + 6 O₂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B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二氧化碳 + 水，在光的驱动下，变成糖 + 氧气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为什么重要</a:t>
            </a:r>
            <a:endParaRPr lang="en-US" sz="3400" dirty="0"/>
          </a:p>
        </p:txBody>
      </p:sp>
      <p:pic>
        <p:nvPicPr>
          <p:cNvPr id="3" name="Image 0" descr="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93776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0" y="1737360"/>
            <a:ext cx="5669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3B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你吸进的几乎每一口氧气，都来自它。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3B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几乎每一顿饭，都从它开始。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3B3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它把碳从空气中拉了出来。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943600" y="4846320"/>
            <a:ext cx="5669280" cy="731520"/>
          </a:xfrm>
          <a:prstGeom prst="roundRect">
            <a:avLst>
              <a:gd name="adj" fmla="val 37500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记住：叶子把光变成了食物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一片叶子怎样制造食物</dc:title>
  <dc:subject>PptxGenJS Presentation</dc:subject>
  <dc:creator>PptxGenJS</dc:creator>
  <cp:lastModifiedBy>PptxGenJS</cp:lastModifiedBy>
  <cp:revision>1</cp:revision>
  <dcterms:created xsi:type="dcterms:W3CDTF">2026-10-29T02:50:03Z</dcterms:created>
  <dcterms:modified xsi:type="dcterms:W3CDTF">2026-10-29T02:50:03Z</dcterms:modified>
</cp:coreProperties>
</file>