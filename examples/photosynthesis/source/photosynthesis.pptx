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22960"/>
            <a:ext cx="6035040" cy="4023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6304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leaf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makes food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48640" y="3749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Photosynthesis in six slides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go in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plant builds itself out of light, water and air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97280" y="2194560"/>
            <a:ext cx="2194560" cy="21945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572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 rot="18900000">
            <a:off x="5029200" y="2194560"/>
            <a:ext cx="2011680" cy="2194560"/>
          </a:xfrm>
          <a:prstGeom prst="teardrop">
            <a:avLst/>
          </a:prstGeom>
          <a:solidFill>
            <a:srgbClr val="4BA3C7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4572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Water, from the roots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778240" y="2194560"/>
            <a:ext cx="2194560" cy="2194560"/>
          </a:xfrm>
          <a:prstGeom prst="ellipse">
            <a:avLst/>
          </a:prstGeom>
          <a:solidFill>
            <a:srgbClr val="FBF5E6"/>
          </a:solidFill>
          <a:ln w="762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0" y="28346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CO₂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138160" y="4572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dioxide, from the air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happens: the chloroplast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leaf cell holds dozens of these green factories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11680" y="1828800"/>
            <a:ext cx="8046720" cy="4206240"/>
          </a:xfrm>
          <a:prstGeom prst="ellipse">
            <a:avLst/>
          </a:prstGeom>
          <a:solidFill>
            <a:srgbClr val="DCEFD9"/>
          </a:solidFill>
          <a:ln w="63500">
            <a:solidFill>
              <a:srgbClr val="2F8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651760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6" name="Shape 4"/>
          <p:cNvSpPr/>
          <p:nvPr/>
        </p:nvSpPr>
        <p:spPr>
          <a:xfrm>
            <a:off x="3108960" y="3035808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0" y="3419856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8" name="Shape 6"/>
          <p:cNvSpPr/>
          <p:nvPr/>
        </p:nvSpPr>
        <p:spPr>
          <a:xfrm>
            <a:off x="3108960" y="3803904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9" name="Shape 7"/>
          <p:cNvSpPr/>
          <p:nvPr/>
        </p:nvSpPr>
        <p:spPr>
          <a:xfrm>
            <a:off x="3108960" y="4187952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2651760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3035808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3419856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3803904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4187952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4572000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0" y="2651760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3035808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3419856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3803904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0" y="4187952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5486400"/>
            <a:ext cx="3108960" cy="731520"/>
          </a:xfrm>
          <a:prstGeom prst="roundRect">
            <a:avLst>
              <a:gd name="adj" fmla="val 37500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Thylakoids: catch light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5486400"/>
            <a:ext cx="3291840" cy="731520"/>
          </a:xfrm>
          <a:prstGeom prst="roundRect">
            <a:avLst>
              <a:gd name="adj" fmla="val 37500"/>
            </a:avLst>
          </a:prstGeom>
          <a:solidFill>
            <a:srgbClr val="F2A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Stroma: build sugar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light splits water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thylakoids, light energy pulls water apart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2377440" cy="731520"/>
          </a:xfrm>
          <a:prstGeom prst="roundRect">
            <a:avLst>
              <a:gd name="adj" fmla="val 37500"/>
            </a:avLst>
          </a:prstGeom>
          <a:solidFill>
            <a:srgbClr val="4BA3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+ H₂O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383280" y="3063240"/>
            <a:ext cx="1280160" cy="457200"/>
          </a:xfrm>
          <a:prstGeom prst="rightArrow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2011680"/>
            <a:ext cx="2926080" cy="731520"/>
          </a:xfrm>
          <a:prstGeom prst="roundRect">
            <a:avLst>
              <a:gd name="adj" fmla="val 37500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O₂ leaves the leaf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37760" y="3840480"/>
            <a:ext cx="2926080" cy="731520"/>
          </a:xfrm>
          <a:prstGeom prst="roundRect">
            <a:avLst>
              <a:gd name="adj" fmla="val 37500"/>
            </a:avLst>
          </a:prstGeom>
          <a:solidFill>
            <a:srgbClr val="F2A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ATP + NADPH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138160" y="3977640"/>
            <a:ext cx="1097280" cy="457200"/>
          </a:xfrm>
          <a:prstGeom prst="rightArrow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36576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charged energy carriers, sent to step 2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CO₂ becomes sugar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Calvin cycle spends the carriers to fix carbon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023360" y="1737360"/>
            <a:ext cx="4206240" cy="4206240"/>
          </a:xfrm>
          <a:prstGeom prst="blockArc">
            <a:avLst>
              <a:gd name="adj1" fmla="val 1200000"/>
              <a:gd name="adj2" fmla="val 20400000"/>
              <a:gd name="adj3" fmla="val 9000"/>
            </a:avLst>
          </a:prstGeom>
          <a:solidFill>
            <a:srgbClr val="2F8F5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2743200" cy="731520"/>
          </a:xfrm>
          <a:prstGeom prst="roundRect">
            <a:avLst>
              <a:gd name="adj" fmla="val 37500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CO₂ 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2743200" cy="731520"/>
          </a:xfrm>
          <a:prstGeom prst="roundRect">
            <a:avLst>
              <a:gd name="adj" fmla="val 37500"/>
            </a:avLst>
          </a:prstGeom>
          <a:solidFill>
            <a:srgbClr val="F2A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ATP + NADPH 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0" y="3200400"/>
            <a:ext cx="2743200" cy="731520"/>
          </a:xfrm>
          <a:prstGeom prst="roundRect">
            <a:avLst>
              <a:gd name="adj" fmla="val 37500"/>
            </a:avLst>
          </a:prstGeom>
          <a:solidFill>
            <a:srgbClr val="2F8F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Sugar out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0" y="3200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again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again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thing in one 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CO₂ + 6 H₂O</a:t>
            </a:r>
            <a:pPr algn="ctr"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—light→  </a:t>
            </a:r>
            <a:pPr algn="ctr" indent="0" marL="0">
              <a:buNone/>
            </a:pPr>
            <a:r>
              <a:rPr lang="en-US" sz="4400" b="1" dirty="0">
                <a:solidFill>
                  <a:srgbClr val="2F8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C₆H₁₂O₆ + 6 O₂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dioxide + water, powered by light, become sugar + oxygen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3400" dirty="0"/>
          </a:p>
        </p:txBody>
      </p:sp>
      <p:pic>
        <p:nvPicPr>
          <p:cNvPr id="3" name="Image 0" descr="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93776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0" y="1737360"/>
            <a:ext cx="5669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Almost every breath of oxygen you take came from it.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Almost every meal starts with it.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pulls carbon out of the air.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0" y="4846320"/>
            <a:ext cx="5669280" cy="731520"/>
          </a:xfrm>
          <a:prstGeom prst="roundRect">
            <a:avLst>
              <a:gd name="adj" fmla="val 37500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Remember: a leaf turns light into food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 leaf makes food</dc:title>
  <dc:subject>PptxGenJS Presentation</dc:subject>
  <dc:creator>PptxGenJS</dc:creator>
  <cp:lastModifiedBy>PptxGenJS</cp:lastModifiedBy>
  <cp:revision>1</cp:revision>
  <dcterms:created xsi:type="dcterms:W3CDTF">2026-10-29T00:51:59Z</dcterms:created>
  <dcterms:modified xsi:type="dcterms:W3CDTF">2026-10-29T00:51:59Z</dcterms:modified>
</cp:coreProperties>
</file>